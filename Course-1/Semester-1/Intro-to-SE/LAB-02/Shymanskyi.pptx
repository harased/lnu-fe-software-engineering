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index&amp;utm_content=original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3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E5B18B-E8DA-AAFE-5F3E-E64479A56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887A781D-50FA-EA17-4932-7C953A764B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711ED6A-5B02-372F-10CB-D90F23B71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DF93-028E-4BF6-90A9-8B23F2CDA658}" type="datetimeFigureOut">
              <a:rPr lang="uk-UA" smtClean="0"/>
              <a:t>16.09.2026</a:t>
            </a:fld>
            <a:endParaRPr lang="uk-UA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4BA5453-5217-9845-1F24-7D65C975E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9CF9CDC-1266-74CB-F953-1A557D9A1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1EEC0-02F7-4332-8853-0C8D1B272E42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90377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C7A1B0-6930-EA3F-7B7B-72E093B9D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DD6E9C7-FEAE-DFBD-D3CF-90F1333EE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D240CD9-64EF-0F05-B60B-192403A6D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DF93-028E-4BF6-90A9-8B23F2CDA658}" type="datetimeFigureOut">
              <a:rPr lang="uk-UA" smtClean="0"/>
              <a:t>16.09.2026</a:t>
            </a:fld>
            <a:endParaRPr lang="uk-UA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35C29F1-50C7-DED3-8DF0-65A833BCE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908ABCB-EA87-AD8E-C8DA-D07345722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1EEC0-02F7-4332-8853-0C8D1B272E42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02768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3839E2-3604-1F50-05CB-A3D0C5568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FBFD779-99DC-D187-FE36-74C85457C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6D147DC-B232-6360-8C2C-9C240F159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DF93-028E-4BF6-90A9-8B23F2CDA658}" type="datetimeFigureOut">
              <a:rPr lang="uk-UA" smtClean="0"/>
              <a:t>16.09.2026</a:t>
            </a:fld>
            <a:endParaRPr lang="uk-UA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9F506E1-1ABA-1ACD-45C3-E7494B534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0AED61C-B9B2-8C02-2E3D-89ED630BE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1EEC0-02F7-4332-8853-0C8D1B272E42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64226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A0C6A7-E9D5-18A0-B6E6-6C4001C1C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1683733-0598-CF4B-72F4-D2780918D7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B38668B-AD53-A413-74E1-53EC8D15C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57C9C8F-5371-EEC6-5433-3D37DEDFE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DF93-028E-4BF6-90A9-8B23F2CDA658}" type="datetimeFigureOut">
              <a:rPr lang="uk-UA" smtClean="0"/>
              <a:t>16.09.2026</a:t>
            </a:fld>
            <a:endParaRPr lang="uk-UA" dirty="0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F56D6C5-3B72-F4D3-A8B2-C4CFD40F7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6A9F7AE-A7BF-F0D8-6487-88F0927A9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1EEC0-02F7-4332-8853-0C8D1B272E42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88168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204D2E-945E-2462-5495-513CC2D0A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48070E2-7BA4-19D9-B53C-D14B2371E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BD40FCC-1DBB-54B8-D722-557B993EA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26F9533C-E299-04E1-E19F-42F7E2B48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140DBFE4-E38A-17B9-D653-387BAED63D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F3D7230C-B90F-8DE4-0271-29277306B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DF93-028E-4BF6-90A9-8B23F2CDA658}" type="datetimeFigureOut">
              <a:rPr lang="uk-UA" smtClean="0"/>
              <a:t>16.09.2026</a:t>
            </a:fld>
            <a:endParaRPr lang="uk-UA" dirty="0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941BEBB6-C505-A0F4-EC3C-905637715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330900BE-D1DC-A943-20F1-D8C04CA5A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1EEC0-02F7-4332-8853-0C8D1B272E42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19720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6DB383-6701-8CAA-02AE-51BBCE245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A2D5BD8D-CFA1-8D85-D1E7-A33CB1C9B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DF93-028E-4BF6-90A9-8B23F2CDA658}" type="datetimeFigureOut">
              <a:rPr lang="uk-UA" smtClean="0"/>
              <a:t>16.09.2026</a:t>
            </a:fld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7837A756-A83D-8320-91B1-053FAE4B4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47A86B5E-163A-3E9E-53E9-E1F109872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1EEC0-02F7-4332-8853-0C8D1B272E42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64515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D9FB191C-AC41-CCFB-E026-B6CE2ED4E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DF93-028E-4BF6-90A9-8B23F2CDA658}" type="datetimeFigureOut">
              <a:rPr lang="uk-UA" smtClean="0"/>
              <a:t>16.09.2026</a:t>
            </a:fld>
            <a:endParaRPr lang="uk-UA" dirty="0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B2ECECAC-B862-8762-01D0-E6C2133D8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EE0D60B4-84B0-4587-7D47-415FD3A14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1EEC0-02F7-4332-8853-0C8D1B272E42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0853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9CBBD-0F0B-AF26-F89A-6697E8F8F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CDF7168-29B8-8245-FFE9-3DE7C0F63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775A6D06-02AF-99C8-2E88-51CC72EDA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358590B-A972-2118-2D7B-B2E834D7E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DF93-028E-4BF6-90A9-8B23F2CDA658}" type="datetimeFigureOut">
              <a:rPr lang="uk-UA" smtClean="0"/>
              <a:t>16.09.2026</a:t>
            </a:fld>
            <a:endParaRPr lang="uk-UA" dirty="0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9BE199D-E46B-7305-1D0B-E363243B6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88834F2-DF25-1ADB-5873-D7270FE6C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1EEC0-02F7-4332-8853-0C8D1B272E42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88370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8EBD1-3D6C-388A-0191-BB0F9D10D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F3954503-4186-08A7-B249-206D67023F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 dirty="0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5030691-2CBA-46A8-6014-330B136A2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E3D26FE-5633-1977-D39A-CD9595124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DF93-028E-4BF6-90A9-8B23F2CDA658}" type="datetimeFigureOut">
              <a:rPr lang="uk-UA" smtClean="0"/>
              <a:t>16.09.2026</a:t>
            </a:fld>
            <a:endParaRPr lang="uk-UA" dirty="0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03A6B3A-1E58-92B3-8C07-004121A38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A1899BD-2B89-8DD0-3417-28C2E8365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1EEC0-02F7-4332-8853-0C8D1B272E42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4551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EFC709-B237-C9F7-DA26-584CC73F3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EA5662E-6AAC-B0ED-5FEB-9D125F341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2E2FFAE-7CFE-9550-E999-15B918AAE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DF93-028E-4BF6-90A9-8B23F2CDA658}" type="datetimeFigureOut">
              <a:rPr lang="uk-UA" smtClean="0"/>
              <a:t>16.09.2026</a:t>
            </a:fld>
            <a:endParaRPr lang="uk-UA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EB2F5CF-008E-D4B6-1D20-F0513CBCA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6E436F8-A612-FBBD-62E1-4CB525A3E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1EEC0-02F7-4332-8853-0C8D1B272E42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46032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8369E04A-89E7-BCC0-0982-50DB587DE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ED6D5418-0CBD-C9E1-54FE-9B01BE252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E312CCC-DB10-88AF-6B00-2FECA8819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2DF93-028E-4BF6-90A9-8B23F2CDA658}" type="datetimeFigureOut">
              <a:rPr lang="uk-UA" smtClean="0"/>
              <a:t>16.09.2026</a:t>
            </a:fld>
            <a:endParaRPr lang="uk-UA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AB0FFDB-0C81-F158-F4A6-4D427065F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7D8B2E6-F4B1-4664-FB3C-B20E9CB6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1EEC0-02F7-4332-8853-0C8D1B272E42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3214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4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EC0B0324-1566-0AF4-6B82-B9D1CF5DD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8698780-90C1-F0B1-3B37-DB05E548B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CB07206-76A7-6603-F4B0-2001D6CC68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2DF93-028E-4BF6-90A9-8B23F2CDA658}" type="datetimeFigureOut">
              <a:rPr lang="uk-UA" smtClean="0"/>
              <a:t>16.09.2026</a:t>
            </a:fld>
            <a:endParaRPr lang="uk-UA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6AD2A18-D5C1-2735-7CB9-D224F1AEE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7EC84F2-EA21-5AD9-2ED1-B58426EA0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31EEC0-02F7-4332-8853-0C8D1B272E42}" type="slidenum">
              <a:rPr lang="uk-UA" smtClean="0"/>
              <a:t>‹№›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87573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org&amp;utm_campaign=index&amp;utm_content=origi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86C570-38CE-4CF1-EEA1-F844D61993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Mykola Shymanskyi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0C8528FA-518C-71CD-9AD7-701515330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17 years old </a:t>
            </a:r>
          </a:p>
          <a:p>
            <a:r>
              <a:rPr lang="en-US" dirty="0"/>
              <a:t>Graduated from Rivne Lyceum “</a:t>
            </a:r>
            <a:r>
              <a:rPr lang="ru-RU" dirty="0"/>
              <a:t>Укра</a:t>
            </a:r>
            <a:r>
              <a:rPr lang="uk-UA" dirty="0"/>
              <a:t>їнський</a:t>
            </a:r>
            <a:r>
              <a:rPr lang="en-US" dirty="0"/>
              <a:t>”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15090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B2C5D2-CEE6-3A94-2E10-DB13534EB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816095" cy="1938076"/>
          </a:xfrm>
        </p:spPr>
        <p:txBody>
          <a:bodyPr>
            <a:normAutofit/>
          </a:bodyPr>
          <a:lstStyle/>
          <a:p>
            <a:br>
              <a:rPr lang="uk-UA" dirty="0"/>
            </a:b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322CB95-8943-985E-5345-FA916F9A1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482589"/>
            <a:ext cx="3816096" cy="36943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uk-UA" sz="2000" dirty="0"/>
          </a:p>
          <a:p>
            <a:pPr marL="0" indent="0">
              <a:buNone/>
            </a:pPr>
            <a:endParaRPr lang="uk-UA" sz="2000" dirty="0"/>
          </a:p>
        </p:txBody>
      </p:sp>
      <p:pic>
        <p:nvPicPr>
          <p:cNvPr id="5" name="Рисунок 4" descr="Правила великого тенісу для новачків: основи, техніка подачі та екіпіровка">
            <a:extLst>
              <a:ext uri="{FF2B5EF4-FFF2-40B4-BE49-F238E27FC236}">
                <a16:creationId xmlns:a16="http://schemas.microsoft.com/office/drawing/2014/main" id="{814D33EB-2816-BF05-D47F-2AF45D9D10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7408"/>
          <a:stretch>
            <a:fillRect/>
          </a:stretch>
        </p:blipFill>
        <p:spPr>
          <a:xfrm>
            <a:off x="4904316" y="-4"/>
            <a:ext cx="7287684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</p:spPr>
      </p:pic>
      <p:pic>
        <p:nvPicPr>
          <p:cNvPr id="4" name="Рисунок 3" descr="Великий теніс для дітей та дорослих: користь, розвиток і задоволення від  гри | LEOLAND">
            <a:extLst>
              <a:ext uri="{FF2B5EF4-FFF2-40B4-BE49-F238E27FC236}">
                <a16:creationId xmlns:a16="http://schemas.microsoft.com/office/drawing/2014/main" id="{F1164744-97DE-6D77-C5F6-159E4D34C9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296" b="10454"/>
          <a:stretch>
            <a:fillRect/>
          </a:stretch>
        </p:blipFill>
        <p:spPr>
          <a:xfrm>
            <a:off x="4726728" y="3802961"/>
            <a:ext cx="7472381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</p:pic>
      <p:pic>
        <p:nvPicPr>
          <p:cNvPr id="7" name="Рисунок 6" descr="Правила великого тенісу для новачків: основи, техніка подачі та екіпіровка">
            <a:extLst>
              <a:ext uri="{FF2B5EF4-FFF2-40B4-BE49-F238E27FC236}">
                <a16:creationId xmlns:a16="http://schemas.microsoft.com/office/drawing/2014/main" id="{7A06A580-6D7E-9264-889C-DDDC42938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81038"/>
            <a:ext cx="4389193" cy="2391767"/>
          </a:xfrm>
          <a:prstGeom prst="rect">
            <a:avLst/>
          </a:prstGeom>
        </p:spPr>
      </p:pic>
      <p:pic>
        <p:nvPicPr>
          <p:cNvPr id="8" name="Рисунок 7" descr="Індивідуальний урок великого тенісу - купити подарунковий сертифікат в  Києві | DONUM">
            <a:extLst>
              <a:ext uri="{FF2B5EF4-FFF2-40B4-BE49-F238E27FC236}">
                <a16:creationId xmlns:a16="http://schemas.microsoft.com/office/drawing/2014/main" id="{1BEF8796-6600-D468-2A4C-BF5733954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048" y="3694368"/>
            <a:ext cx="4432635" cy="295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679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DF32E3-F9FC-F3A3-15AA-DBABD4FFF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809B5EE-943A-B324-5B6B-F6B868F55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uk-UA" dirty="0"/>
          </a:p>
        </p:txBody>
      </p:sp>
      <p:pic>
        <p:nvPicPr>
          <p:cNvPr id="4" name="Рисунок 3" descr="Плавання (вид спорту) — Вікіпедія">
            <a:extLst>
              <a:ext uri="{FF2B5EF4-FFF2-40B4-BE49-F238E27FC236}">
                <a16:creationId xmlns:a16="http://schemas.microsoft.com/office/drawing/2014/main" id="{3820C7CB-6078-C6EB-B5C6-8871E1E3F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450" y="165100"/>
            <a:ext cx="4305300" cy="2870200"/>
          </a:xfrm>
          <a:prstGeom prst="rect">
            <a:avLst/>
          </a:prstGeom>
        </p:spPr>
      </p:pic>
      <p:pic>
        <p:nvPicPr>
          <p:cNvPr id="5" name="Рисунок 4" descr="5 причин займатися плаванням | Event Ukraine">
            <a:extLst>
              <a:ext uri="{FF2B5EF4-FFF2-40B4-BE49-F238E27FC236}">
                <a16:creationId xmlns:a16="http://schemas.microsoft.com/office/drawing/2014/main" id="{412A595F-9C5E-E413-FC7E-E8189FB79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385" y="3784601"/>
            <a:ext cx="4614102" cy="2878884"/>
          </a:xfrm>
          <a:prstGeom prst="rect">
            <a:avLst/>
          </a:prstGeom>
        </p:spPr>
      </p:pic>
      <p:pic>
        <p:nvPicPr>
          <p:cNvPr id="6" name="Рисунок 5" descr="5️⃣ Плавання Київ: уроки плавання для дорослих — «5 Елемент»">
            <a:extLst>
              <a:ext uri="{FF2B5EF4-FFF2-40B4-BE49-F238E27FC236}">
                <a16:creationId xmlns:a16="http://schemas.microsoft.com/office/drawing/2014/main" id="{D73CF922-4E8D-ABDA-F962-B3AFC8672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522" y="706438"/>
            <a:ext cx="4218652" cy="2736850"/>
          </a:xfrm>
          <a:prstGeom prst="rect">
            <a:avLst/>
          </a:prstGeom>
        </p:spPr>
      </p:pic>
      <p:pic>
        <p:nvPicPr>
          <p:cNvPr id="7" name="Рисунок 6" descr="Види плавання: який обрати і чому?">
            <a:extLst>
              <a:ext uri="{FF2B5EF4-FFF2-40B4-BE49-F238E27FC236}">
                <a16:creationId xmlns:a16="http://schemas.microsoft.com/office/drawing/2014/main" id="{029808A8-F97C-BB0F-EC0C-B4CBA6F8D6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513" y="3235325"/>
            <a:ext cx="5901498" cy="333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5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F04D89-3419-6A8D-404D-04A4A67B3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uk-UA"/>
            </a:b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05C9933-AD41-FA05-2F66-8B90B5D64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uk-UA"/>
          </a:p>
          <a:p>
            <a:pPr marL="0" indent="0">
              <a:buNone/>
            </a:pPr>
            <a:endParaRPr lang="uk-UA" dirty="0"/>
          </a:p>
        </p:txBody>
      </p:sp>
      <p:pic>
        <p:nvPicPr>
          <p:cNvPr id="4" name="Рисунок 3" descr="Кікбоксинг Київ для всіх охочих з 5 років - Міксфайтер">
            <a:extLst>
              <a:ext uri="{FF2B5EF4-FFF2-40B4-BE49-F238E27FC236}">
                <a16:creationId xmlns:a16="http://schemas.microsoft.com/office/drawing/2014/main" id="{3B675135-D861-1330-30A5-C7B48F782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337" y="200025"/>
            <a:ext cx="5500264" cy="3661442"/>
          </a:xfrm>
          <a:prstGeom prst="rect">
            <a:avLst/>
          </a:prstGeom>
        </p:spPr>
      </p:pic>
      <p:pic>
        <p:nvPicPr>
          <p:cNvPr id="5" name="Рисунок 4" descr="Що краще для дитини бокс чи кікбоксинг? | Спортивний клуб «Отаман»">
            <a:extLst>
              <a:ext uri="{FF2B5EF4-FFF2-40B4-BE49-F238E27FC236}">
                <a16:creationId xmlns:a16="http://schemas.microsoft.com/office/drawing/2014/main" id="{D3553012-ADA2-28DF-F45B-0E2A7AD9F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422" y="3575050"/>
            <a:ext cx="4495800" cy="2997200"/>
          </a:xfrm>
          <a:prstGeom prst="rect">
            <a:avLst/>
          </a:prstGeom>
        </p:spPr>
      </p:pic>
      <p:pic>
        <p:nvPicPr>
          <p:cNvPr id="6" name="Рисунок 5" descr="Чим кікбоксинг відрізняється від тайського боксу | Спортивний клуб «Отаман»">
            <a:extLst>
              <a:ext uri="{FF2B5EF4-FFF2-40B4-BE49-F238E27FC236}">
                <a16:creationId xmlns:a16="http://schemas.microsoft.com/office/drawing/2014/main" id="{83DA956C-1B4F-B28A-51C0-21109710A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778" y="4184650"/>
            <a:ext cx="3676650" cy="24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365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270848-D558-5B3B-8726-B4184D8DE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uk-UA" dirty="0"/>
            </a:br>
            <a:endParaRPr lang="uk-UA" dirty="0"/>
          </a:p>
        </p:txBody>
      </p:sp>
      <p:pic>
        <p:nvPicPr>
          <p:cNvPr id="4" name="Рисунок 3" descr="Міксфайтер | ММА Голосіївський район | Тренування для всіх">
            <a:extLst>
              <a:ext uri="{FF2B5EF4-FFF2-40B4-BE49-F238E27FC236}">
                <a16:creationId xmlns:a16="http://schemas.microsoft.com/office/drawing/2014/main" id="{DD056185-5DFB-4907-CA0A-F25FDD248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340" y="189654"/>
            <a:ext cx="3137583" cy="2091722"/>
          </a:xfrm>
          <a:prstGeom prst="rect">
            <a:avLst/>
          </a:prstGeom>
        </p:spPr>
      </p:pic>
      <p:pic>
        <p:nvPicPr>
          <p:cNvPr id="6" name="Рисунок 5" descr="Секція ММА для жінок | Спортивний клуб «Отаман»">
            <a:extLst>
              <a:ext uri="{FF2B5EF4-FFF2-40B4-BE49-F238E27FC236}">
                <a16:creationId xmlns:a16="http://schemas.microsoft.com/office/drawing/2014/main" id="{E2AE1B02-A835-BA62-986F-780E5AB4E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893" y="1401717"/>
            <a:ext cx="5111117" cy="3407411"/>
          </a:xfrm>
          <a:prstGeom prst="rect">
            <a:avLst/>
          </a:prstGeom>
        </p:spPr>
      </p:pic>
      <p:pic>
        <p:nvPicPr>
          <p:cNvPr id="8" name="Рисунок 7" descr="Індивідуальні тренування ММА | Спортивний клуб «Отаман»">
            <a:extLst>
              <a:ext uri="{FF2B5EF4-FFF2-40B4-BE49-F238E27FC236}">
                <a16:creationId xmlns:a16="http://schemas.microsoft.com/office/drawing/2014/main" id="{4724DF1B-1D60-51F0-E251-0E67A817F8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84" r="-1" b="-1"/>
          <a:stretch>
            <a:fillRect/>
          </a:stretch>
        </p:blipFill>
        <p:spPr>
          <a:xfrm>
            <a:off x="838200" y="3125381"/>
            <a:ext cx="4748106" cy="336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480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D14E0E-121C-DCD4-8B5C-093A69F6A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uk-UA" dirty="0"/>
            </a:br>
            <a:endParaRPr lang="uk-UA" dirty="0"/>
          </a:p>
        </p:txBody>
      </p:sp>
      <p:pic>
        <p:nvPicPr>
          <p:cNvPr id="3" name="Рисунок 2" descr="Спортзал Святошино, тренажерный зал в Святошинском районе (Киев) цены,  фитнес клуб | Sport Life">
            <a:extLst>
              <a:ext uri="{FF2B5EF4-FFF2-40B4-BE49-F238E27FC236}">
                <a16:creationId xmlns:a16="http://schemas.microsoft.com/office/drawing/2014/main" id="{ED34E9DF-99A8-8B83-29BE-F40DED7A2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32" y="241300"/>
            <a:ext cx="5256618" cy="3502602"/>
          </a:xfrm>
          <a:prstGeom prst="rect">
            <a:avLst/>
          </a:prstGeom>
        </p:spPr>
      </p:pic>
      <p:pic>
        <p:nvPicPr>
          <p:cNvPr id="4" name="Рисунок 3" descr="Спорт – Деканат студентського життя">
            <a:extLst>
              <a:ext uri="{FF2B5EF4-FFF2-40B4-BE49-F238E27FC236}">
                <a16:creationId xmlns:a16="http://schemas.microsoft.com/office/drawing/2014/main" id="{18C09987-5A8A-D486-6889-5A40F9642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583093"/>
            <a:ext cx="5369748" cy="302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003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19</Words>
  <Application>Microsoft Office PowerPoint</Application>
  <PresentationFormat>Широкий екран</PresentationFormat>
  <Paragraphs>8</Paragraphs>
  <Slides>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Тема Office</vt:lpstr>
      <vt:lpstr> Mykola Shymanskyi</vt:lpstr>
      <vt:lpstr> 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2</cp:revision>
  <dcterms:created xsi:type="dcterms:W3CDTF">2026-09-16T16:40:46Z</dcterms:created>
  <dcterms:modified xsi:type="dcterms:W3CDTF">2026-09-16T16:53:42Z</dcterms:modified>
</cp:coreProperties>
</file>