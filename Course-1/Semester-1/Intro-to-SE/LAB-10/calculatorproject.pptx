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JetBrains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A092AC-AB42-4EFF-A577-91EC35FB3169}">
  <a:tblStyle styleId="{41A092AC-AB42-4EFF-A577-91EC35FB31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JetBrainsMono-regular.fntdata"/><Relationship Id="rId16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JetBrainsMon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JetBrains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143000" y="4149808"/>
            <a:ext cx="10668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19948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029717"/>
            <a:ext cx="1143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72617"/>
            <a:ext cx="1125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Вебдодаток «Калькулятор»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95550" y="3152783"/>
            <a:ext cx="67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Обробка подій, валідація даних за допомогою RegEx та тестування крайових випадків у JavaScript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81525" y="4383171"/>
            <a:ext cx="3369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Виконав студент: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81588" y="4587958"/>
            <a:ext cx="336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Шиманський М. В. (група ФЕП-14с)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17125" y="4628833"/>
            <a:ext cx="196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9600" y="2876550"/>
            <a:ext cx="3505200" cy="2095500"/>
          </a:xfrm>
          <a:prstGeom prst="roundRect">
            <a:avLst>
              <a:gd fmla="val 545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343400" y="2881312"/>
            <a:ext cx="3505200" cy="2085975"/>
          </a:xfrm>
          <a:prstGeom prst="roundRect">
            <a:avLst>
              <a:gd fmla="val 547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8077200" y="2886075"/>
            <a:ext cx="3505200" cy="2076450"/>
          </a:xfrm>
          <a:prstGeom prst="roundRect">
            <a:avLst>
              <a:gd fmla="val 550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19087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1956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2004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09600" y="5334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АРХІТЕКТУРА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7715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Технологічний стек та побудова UI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3925" y="3648075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HTML5 Структура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23925" y="3952875"/>
            <a:ext cx="29718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Семантична сітка з тегом </a:t>
            </a:r>
            <a:r>
              <a:rPr b="0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input readonly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для блокування стороннього вводу.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57725" y="365283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CSS Grid Верстка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7725" y="3957637"/>
            <a:ext cx="29718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Гнучка сітка </a:t>
            </a:r>
            <a:r>
              <a:rPr b="0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repeat(4, 1fr)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із адаптивними кнопками та ховер-ефектами.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91525" y="3657600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 (ES6+) Логіка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91525" y="39624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Маніпуляції з DOM, обробка подій кліку, перехоплення винятків та RegEx валідація.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609600" y="2671587"/>
            <a:ext cx="10972800" cy="971700"/>
          </a:xfrm>
          <a:prstGeom prst="roundRect">
            <a:avLst>
              <a:gd fmla="val 1176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09600" y="3843337"/>
            <a:ext cx="5372100" cy="1285875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210300" y="3843337"/>
            <a:ext cx="5372100" cy="1285875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ВАЛІДАЦІЯ ВХІДНИХ ДАНИХ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Регулярні вирази (RegEx)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2992487"/>
            <a:ext cx="1045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const </a:t>
            </a:r>
            <a:r>
              <a:rPr b="1" lang="en-US" sz="16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mathExpressionRegex</a:t>
            </a:r>
            <a:r>
              <a:rPr b="1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= /^[\d\.\s\+\-\*/\(\)]+$/;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2710087"/>
            <a:ext cx="11277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Шаблон валідації математичного виразу: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7725" y="4081462"/>
            <a:ext cx="64258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Складові шаблону: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7725" y="4329112"/>
            <a:ext cx="6119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\d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(цифри),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\.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(крапка),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\+\-\*/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(оператори),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\(\)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(дужки).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48425" y="4081462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Метод перевірки: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48425" y="4329112"/>
            <a:ext cx="49911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Перевірка здійснюється через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mathExpressionRegex.test(input.value)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перед викликом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eval()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609600" y="2524125"/>
            <a:ext cx="10972800" cy="800100"/>
          </a:xfrm>
          <a:prstGeom prst="roundRect">
            <a:avLst>
              <a:gd fmla="val 1190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09600" y="3476625"/>
            <a:ext cx="109728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09600" y="4438650"/>
            <a:ext cx="10972800" cy="809625"/>
          </a:xfrm>
          <a:prstGeom prst="roundRect">
            <a:avLst>
              <a:gd fmla="val 1176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09600" y="2524125"/>
            <a:ext cx="38100" cy="800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09600" y="3476625"/>
            <a:ext cx="38100" cy="809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09600" y="4438650"/>
            <a:ext cx="38100" cy="8096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5200" y="2809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5200" y="37671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3775" y="472916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БЕЗПЕКА ТА СТІЙКІСТЬ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Багаторівневий захист від помилок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76300" y="2714625"/>
            <a:ext cx="80260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Обробка винятків (try...catch)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2952750"/>
            <a:ext cx="7643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Перехоплює некоректний синтаксис (наприклад, незакриті дужки) та виводить "Error".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76300" y="3667125"/>
            <a:ext cx="868858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Заміна подвійних операторів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76300" y="3905250"/>
            <a:ext cx="82748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При введенні знаків поспіль (наприклад,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5+*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старий знак автоматично замінюється на новий.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76300" y="4629150"/>
            <a:ext cx="93261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Захист від виклику function Error() &amp; порожнього поля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6300" y="4867275"/>
            <a:ext cx="8882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Блокує виконання 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eval()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при наявності запису "Error" або порожнього значення (</a:t>
            </a:r>
            <a:r>
              <a:rPr b="0" i="0" lang="en-US" sz="112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.trim() === ""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5589984" y="3105150"/>
            <a:ext cx="952500" cy="228600"/>
          </a:xfrm>
          <a:prstGeom prst="roundRect">
            <a:avLst>
              <a:gd fmla="val 1666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589984" y="3533775"/>
            <a:ext cx="952500" cy="228600"/>
          </a:xfrm>
          <a:prstGeom prst="roundRect">
            <a:avLst>
              <a:gd fmla="val 1666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589984" y="3962400"/>
            <a:ext cx="952500" cy="228600"/>
          </a:xfrm>
          <a:prstGeom prst="roundRect">
            <a:avLst>
              <a:gd fmla="val 1666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589984" y="4391025"/>
            <a:ext cx="771525" cy="228600"/>
          </a:xfrm>
          <a:prstGeom prst="roundRect">
            <a:avLst>
              <a:gd fmla="val 1666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589984" y="4819650"/>
            <a:ext cx="952500" cy="228600"/>
          </a:xfrm>
          <a:prstGeom prst="roundRect">
            <a:avLst>
              <a:gd fmla="val 1666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17"/>
          <p:cNvGraphicFramePr/>
          <p:nvPr/>
        </p:nvGraphicFramePr>
        <p:xfrm>
          <a:off x="609600" y="2557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{41A092AC-AB42-4EFF-A577-91EC35FB3169}</a:tableStyleId>
              </a:tblPr>
              <a:tblGrid>
                <a:gridCol w="2071100"/>
                <a:gridCol w="2756900"/>
                <a:gridCol w="1810500"/>
                <a:gridCol w="4334325"/>
              </a:tblGrid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Тестовий вираз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Очікуваний результат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RegEx / Стан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Опис сценарію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23 + 45 *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Пріоритет арифметичних операцій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(12 + 8) /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Обчислення виразів із дужками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12.5 + 2.5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Робота з десятковими дробами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(5 + 3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Перехоплення синтаксичної помилки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 /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Infinity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Штатна поведінка ділення на нуль в 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7"/>
          <p:cNvSpPr txBox="1"/>
          <p:nvPr/>
        </p:nvSpPr>
        <p:spPr>
          <a:xfrm>
            <a:off x="609600" y="5334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ПРАКТИЧНА ВЕРИФІКАЦІЯ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9600" y="7431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Результати тестування (Test Cases)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666184" y="314325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Passed (true)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666184" y="3571875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Passed (true)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666184" y="400050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Passed (true)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666184" y="4429125"/>
            <a:ext cx="714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try...catch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666184" y="4857750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Passed (true)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4162425" y="4424362"/>
            <a:ext cx="3867150" cy="428625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00501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650" y="21574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3789461" y="2843212"/>
            <a:ext cx="46130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Дякую за увагу!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2286000" y="3509962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Готовий відповісти на ваші запитання.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3907631" y="4538662"/>
            <a:ext cx="437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З повагою Шиманський Микола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